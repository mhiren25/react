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28800"/>
            <a:ext cx="10360152" cy="45720"/>
          </a:xfrm>
          <a:prstGeom prst="roundRect">
            <a:avLst/>
          </a:prstGeom>
          <a:solidFill>
            <a:srgbClr val="3B4A9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ORDER ENTRY FLOW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Streamline Client &amp; Advisor Workflow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263380"/>
          </a:solidFill>
          <a:ln w="12700">
            <a:solidFill>
              <a:srgbClr val="3B4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order time from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to 30 seconds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  •  Version 1.0  •  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(0-2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Request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 100 shares of AAPL”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Via: Chat, Email, or Phone Call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Parsing Agent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language (NLP)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 action (buy), symbol (AAPL), quantity (100)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intent and context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 filling, dropdown selections (2-3 min)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comprehension from casual language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(1-2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Analyzes Request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intent &amp; context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client profile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urgency level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active session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Analysis + Contact ID Agents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Agent: detects urgency, stress, confidence levels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ID Agent: links request to client profile &amp; preferences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client investment goals, risk tolerance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response, no context awareness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handling based on client profile &amp; emotional state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(1-3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Ambiguities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AAPL?”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exchange? (NASDAQ)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account? (Main portfolio)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restrictions? (Check holdings)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Resolver + Feedback Agents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Resolver: auto-resolves security (AAPL = Apple Inc., NASDAQ)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client account preferences, default exchange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Agent: identifies missing info, asks clarifying questions if needed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back-and-forth clarification questions (1-2 min)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 using client preferences &amp; smart defaults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(2-4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Strategic Advice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a good fit?”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impact analysis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Suggestion + Personal Advise Agents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Agent: analyzes portfolio fit, diversification impact, risk exposure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Advise: customized suggestions based on client goals, CIO 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investment policy, alerts if out-of-bounds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human advisor availability (hours/days)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expert-level advice, 24/7 availability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Reviews (if needed)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oversight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alerts only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 portfolio view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 queue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3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 Oversight Dashboard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multi-client portfolio 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Exception-based alerts (only flags unusual requests)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across all managed clients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can manage 3x more clients efficiently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high-value interactions, not routine tasks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(5-30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 Order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 100 AAPL @ $150 ✓”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 Advisor final approval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recommendation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confirm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F57F1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6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Checkpoint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Client/Advisor maintains final control over all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summary of AI analysis and recommendation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approval or modify-and-approve workflow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(human oversight required)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 — humans stay in control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Validation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checks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rules verification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limit checks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eligibility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Engine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regulatory compliance checks (SEC, FINRA rules)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 verification &amp; trading limit enforcement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listing eligibility &amp; market hour validation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verification, potential for human error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AI: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100% accurate compliance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 ENTRY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19488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930384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640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5156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5156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7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sec)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051560"/>
            <a:ext cx="9052560" cy="1600200"/>
          </a:xfrm>
          <a:prstGeom prst="roundRect">
            <a:avLst>
              <a:gd name="adj" fmla="val 571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Order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market &amp; confirm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order routing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to client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3429000"/>
          </a:xfrm>
          <a:prstGeom prst="roundRect">
            <a:avLst>
              <a:gd name="adj" fmla="val 2667"/>
            </a:avLst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63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Execution Engine + Audit Log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Engine: smart routing to booking center, best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confirmation tracking and client notification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complete audit trail for regulatory compliance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and traceability for all decisions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55321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Benefit: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Regulatory-ready reporting and compliance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7799832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4560" y="457200"/>
            <a:ext cx="7799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ORDER CONFIRMED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BUSINESS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725912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Traditional Process: </a:t>
            </a:r>
            <a:pPr algn="ctr" indent="0" marL="0">
              <a:buNone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minutes per order    </a:t>
            </a:r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With AI Agents: </a:t>
            </a:r>
            <a:pPr algn="ctr" indent="0" marL="0">
              <a:buNone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seconds    </a:t>
            </a:r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⚡ 10x FASTER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5236" y="37947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9050">
            <a:solidFill>
              <a:srgbClr val="0277B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5236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45236" y="4892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7947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02836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300%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02836" y="4892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Efficiency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(3x more clients)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0436" y="37947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60436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90%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60436" y="4892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 vs. AI-Assisted Order Entry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Speed: 10x faster order processing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Accuracy: 90% reduction in errors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Compliance: 100% regulatory coverage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Scale: Advisors handle 3x clients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24/7: Always-on intelligent service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Control: Human final decision authority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0515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E3F2FD"/>
          </a:solidFill>
          <a:ln w="15875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600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Natural Language Processing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Machine Learning Models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User Interface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APIs: Market Data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Engine: Regulatory Rules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Immutable Logging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3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PHASES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Input Parsing + Emotion Analysis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Listing Resolver + Feedback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Strategy + Personal Advise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Advisor Oversight Dashboard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Full Integration + Optimization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416052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AFAFA"/>
          </a:solidFill>
          <a:ln w="15875">
            <a:solidFill>
              <a:srgbClr val="757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4709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Agent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Client Action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Advisor Action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⏸️  Human Checkpoint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 / Solution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Problem (Without AI)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Info: Version 1.0  •  January 2026  •  Internal Use  •  Stakeholder 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2026-07-21T02:46:08Z</dcterms:created>
  <dcterms:modified xsi:type="dcterms:W3CDTF">2026-07-21T02:46:08Z</dcterms:modified>
</cp:coreProperties>
</file>